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9F658D-BA59-431A-8793-ABAC58EC9A45}" v="58" dt="2026-02-16T18:10:13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lant Rooms" userId="4374aa3b7db27bf1" providerId="LiveId" clId="{C2D07500-45BC-40EF-BF2E-8B650CB35FCC}"/>
    <pc:docChg chg="undo redo custSel addSld delSld modSld">
      <pc:chgData name="Plant Rooms" userId="4374aa3b7db27bf1" providerId="LiveId" clId="{C2D07500-45BC-40EF-BF2E-8B650CB35FCC}" dt="2026-02-16T18:12:01.786" v="752" actId="1076"/>
      <pc:docMkLst>
        <pc:docMk/>
      </pc:docMkLst>
      <pc:sldChg chg="modSp mod">
        <pc:chgData name="Plant Rooms" userId="4374aa3b7db27bf1" providerId="LiveId" clId="{C2D07500-45BC-40EF-BF2E-8B650CB35FCC}" dt="2026-02-16T17:58:41.406" v="594" actId="115"/>
        <pc:sldMkLst>
          <pc:docMk/>
          <pc:sldMk cId="3083399377" sldId="256"/>
        </pc:sldMkLst>
        <pc:spChg chg="mod">
          <ac:chgData name="Plant Rooms" userId="4374aa3b7db27bf1" providerId="LiveId" clId="{C2D07500-45BC-40EF-BF2E-8B650CB35FCC}" dt="2026-02-16T17:58:41.406" v="594" actId="115"/>
          <ac:spMkLst>
            <pc:docMk/>
            <pc:sldMk cId="3083399377" sldId="256"/>
            <ac:spMk id="3" creationId="{57A29D28-4B3E-8DEB-CB97-76F65A8DC20D}"/>
          </ac:spMkLst>
        </pc:spChg>
      </pc:sldChg>
      <pc:sldChg chg="modSp mod">
        <pc:chgData name="Plant Rooms" userId="4374aa3b7db27bf1" providerId="LiveId" clId="{C2D07500-45BC-40EF-BF2E-8B650CB35FCC}" dt="2026-02-16T18:11:47.936" v="751" actId="1036"/>
        <pc:sldMkLst>
          <pc:docMk/>
          <pc:sldMk cId="4275028833" sldId="257"/>
        </pc:sldMkLst>
        <pc:spChg chg="mod">
          <ac:chgData name="Plant Rooms" userId="4374aa3b7db27bf1" providerId="LiveId" clId="{C2D07500-45BC-40EF-BF2E-8B650CB35FCC}" dt="2026-02-16T18:11:47.936" v="751" actId="1036"/>
          <ac:spMkLst>
            <pc:docMk/>
            <pc:sldMk cId="4275028833" sldId="257"/>
            <ac:spMk id="3" creationId="{0E6022AB-EF67-8F77-9C46-A7E4CA8A5FCD}"/>
          </ac:spMkLst>
        </pc:spChg>
        <pc:spChg chg="mod">
          <ac:chgData name="Plant Rooms" userId="4374aa3b7db27bf1" providerId="LiveId" clId="{C2D07500-45BC-40EF-BF2E-8B650CB35FCC}" dt="2026-02-16T18:11:38.851" v="749" actId="1076"/>
          <ac:spMkLst>
            <pc:docMk/>
            <pc:sldMk cId="4275028833" sldId="257"/>
            <ac:spMk id="7" creationId="{BE4DD5B5-4E6A-02D1-2516-1D557BE3610E}"/>
          </ac:spMkLst>
        </pc:spChg>
      </pc:sldChg>
      <pc:sldChg chg="addSp delSp modSp new mod">
        <pc:chgData name="Plant Rooms" userId="4374aa3b7db27bf1" providerId="LiveId" clId="{C2D07500-45BC-40EF-BF2E-8B650CB35FCC}" dt="2026-02-16T17:56:53.457" v="564" actId="27636"/>
        <pc:sldMkLst>
          <pc:docMk/>
          <pc:sldMk cId="2269964977" sldId="258"/>
        </pc:sldMkLst>
        <pc:spChg chg="del mod">
          <ac:chgData name="Plant Rooms" userId="4374aa3b7db27bf1" providerId="LiveId" clId="{C2D07500-45BC-40EF-BF2E-8B650CB35FCC}" dt="2026-02-16T17:03:10.995" v="127" actId="478"/>
          <ac:spMkLst>
            <pc:docMk/>
            <pc:sldMk cId="2269964977" sldId="258"/>
            <ac:spMk id="2" creationId="{A5ED006C-3FE2-E46C-97A5-73EDE8DFD023}"/>
          </ac:spMkLst>
        </pc:spChg>
        <pc:spChg chg="del">
          <ac:chgData name="Plant Rooms" userId="4374aa3b7db27bf1" providerId="LiveId" clId="{C2D07500-45BC-40EF-BF2E-8B650CB35FCC}" dt="2026-02-16T16:51:14.921" v="27" actId="931"/>
          <ac:spMkLst>
            <pc:docMk/>
            <pc:sldMk cId="2269964977" sldId="258"/>
            <ac:spMk id="3" creationId="{00F5129A-2D5B-44FD-F22A-346DA9DDAA83}"/>
          </ac:spMkLst>
        </pc:spChg>
        <pc:spChg chg="add del mod">
          <ac:chgData name="Plant Rooms" userId="4374aa3b7db27bf1" providerId="LiveId" clId="{C2D07500-45BC-40EF-BF2E-8B650CB35FCC}" dt="2026-02-16T16:51:54.266" v="41" actId="931"/>
          <ac:spMkLst>
            <pc:docMk/>
            <pc:sldMk cId="2269964977" sldId="258"/>
            <ac:spMk id="9" creationId="{1844CA17-E3B3-D1FD-D28D-A11425CD4A32}"/>
          </ac:spMkLst>
        </pc:spChg>
        <pc:spChg chg="add del mod">
          <ac:chgData name="Plant Rooms" userId="4374aa3b7db27bf1" providerId="LiveId" clId="{C2D07500-45BC-40EF-BF2E-8B650CB35FCC}" dt="2026-02-16T16:53:32.944" v="61"/>
          <ac:spMkLst>
            <pc:docMk/>
            <pc:sldMk cId="2269964977" sldId="258"/>
            <ac:spMk id="12" creationId="{12823141-7CE9-02A6-0C31-DA53F4BAFEEA}"/>
          </ac:spMkLst>
        </pc:spChg>
        <pc:spChg chg="add mod">
          <ac:chgData name="Plant Rooms" userId="4374aa3b7db27bf1" providerId="LiveId" clId="{C2D07500-45BC-40EF-BF2E-8B650CB35FCC}" dt="2026-02-16T17:09:44.488" v="225" actId="1035"/>
          <ac:spMkLst>
            <pc:docMk/>
            <pc:sldMk cId="2269964977" sldId="258"/>
            <ac:spMk id="15" creationId="{69403154-0AE3-B129-23D3-47D8EF3B032A}"/>
          </ac:spMkLst>
        </pc:spChg>
        <pc:spChg chg="add mod">
          <ac:chgData name="Plant Rooms" userId="4374aa3b7db27bf1" providerId="LiveId" clId="{C2D07500-45BC-40EF-BF2E-8B650CB35FCC}" dt="2026-02-16T17:56:45.234" v="559" actId="404"/>
          <ac:spMkLst>
            <pc:docMk/>
            <pc:sldMk cId="2269964977" sldId="258"/>
            <ac:spMk id="16" creationId="{9CB56A9F-D5DB-B25F-9A2A-E01AC557E685}"/>
          </ac:spMkLst>
        </pc:spChg>
        <pc:spChg chg="add mod">
          <ac:chgData name="Plant Rooms" userId="4374aa3b7db27bf1" providerId="LiveId" clId="{C2D07500-45BC-40EF-BF2E-8B650CB35FCC}" dt="2026-02-16T17:56:53.457" v="564" actId="27636"/>
          <ac:spMkLst>
            <pc:docMk/>
            <pc:sldMk cId="2269964977" sldId="258"/>
            <ac:spMk id="17" creationId="{574D602B-9D1C-5196-77CB-5E179DCEF067}"/>
          </ac:spMkLst>
        </pc:spChg>
        <pc:picChg chg="add del mod ord">
          <ac:chgData name="Plant Rooms" userId="4374aa3b7db27bf1" providerId="LiveId" clId="{C2D07500-45BC-40EF-BF2E-8B650CB35FCC}" dt="2026-02-16T16:51:49.056" v="40" actId="478"/>
          <ac:picMkLst>
            <pc:docMk/>
            <pc:sldMk cId="2269964977" sldId="258"/>
            <ac:picMk id="5" creationId="{03532DF0-7F49-E270-FC1D-AA7D32DB176C}"/>
          </ac:picMkLst>
        </pc:picChg>
        <pc:picChg chg="add del mod">
          <ac:chgData name="Plant Rooms" userId="4374aa3b7db27bf1" providerId="LiveId" clId="{C2D07500-45BC-40EF-BF2E-8B650CB35FCC}" dt="2026-02-16T16:51:49.056" v="40" actId="478"/>
          <ac:picMkLst>
            <pc:docMk/>
            <pc:sldMk cId="2269964977" sldId="258"/>
            <ac:picMk id="7" creationId="{2EBFBEBB-1A6F-07D2-C079-43E30D661653}"/>
          </ac:picMkLst>
        </pc:picChg>
        <pc:picChg chg="add mod ord">
          <ac:chgData name="Plant Rooms" userId="4374aa3b7db27bf1" providerId="LiveId" clId="{C2D07500-45BC-40EF-BF2E-8B650CB35FCC}" dt="2026-02-16T17:09:00.894" v="219" actId="14100"/>
          <ac:picMkLst>
            <pc:docMk/>
            <pc:sldMk cId="2269964977" sldId="258"/>
            <ac:picMk id="11" creationId="{1CFF2018-BC9E-E343-3CC6-59596BAC4EA2}"/>
          </ac:picMkLst>
        </pc:picChg>
        <pc:picChg chg="add del mod">
          <ac:chgData name="Plant Rooms" userId="4374aa3b7db27bf1" providerId="LiveId" clId="{C2D07500-45BC-40EF-BF2E-8B650CB35FCC}" dt="2026-02-16T17:00:33.358" v="109" actId="478"/>
          <ac:picMkLst>
            <pc:docMk/>
            <pc:sldMk cId="2269964977" sldId="258"/>
            <ac:picMk id="13" creationId="{2B248ED5-626E-B964-E793-3303E3CA6F00}"/>
          </ac:picMkLst>
        </pc:picChg>
        <pc:picChg chg="add del mod">
          <ac:chgData name="Plant Rooms" userId="4374aa3b7db27bf1" providerId="LiveId" clId="{C2D07500-45BC-40EF-BF2E-8B650CB35FCC}" dt="2026-02-16T17:02:49.523" v="124" actId="478"/>
          <ac:picMkLst>
            <pc:docMk/>
            <pc:sldMk cId="2269964977" sldId="258"/>
            <ac:picMk id="14" creationId="{EBFBE674-15A8-1032-9206-D4CF0E997EE6}"/>
          </ac:picMkLst>
        </pc:picChg>
      </pc:sldChg>
      <pc:sldChg chg="addSp delSp modSp new mod">
        <pc:chgData name="Plant Rooms" userId="4374aa3b7db27bf1" providerId="LiveId" clId="{C2D07500-45BC-40EF-BF2E-8B650CB35FCC}" dt="2026-02-16T17:56:25.460" v="556" actId="1076"/>
        <pc:sldMkLst>
          <pc:docMk/>
          <pc:sldMk cId="806043198" sldId="259"/>
        </pc:sldMkLst>
        <pc:spChg chg="del">
          <ac:chgData name="Plant Rooms" userId="4374aa3b7db27bf1" providerId="LiveId" clId="{C2D07500-45BC-40EF-BF2E-8B650CB35FCC}" dt="2026-02-16T16:54:03.102" v="65" actId="478"/>
          <ac:spMkLst>
            <pc:docMk/>
            <pc:sldMk cId="806043198" sldId="259"/>
            <ac:spMk id="2" creationId="{FA7D0A22-6684-A3A0-8DDC-7C4903786BE4}"/>
          </ac:spMkLst>
        </pc:spChg>
        <pc:spChg chg="del">
          <ac:chgData name="Plant Rooms" userId="4374aa3b7db27bf1" providerId="LiveId" clId="{C2D07500-45BC-40EF-BF2E-8B650CB35FCC}" dt="2026-02-16T16:52:55.043" v="52" actId="931"/>
          <ac:spMkLst>
            <pc:docMk/>
            <pc:sldMk cId="806043198" sldId="259"/>
            <ac:spMk id="3" creationId="{1EE70F2D-A7CD-28F1-84AF-A479FC229C3E}"/>
          </ac:spMkLst>
        </pc:spChg>
        <pc:spChg chg="add del mod">
          <ac:chgData name="Plant Rooms" userId="4374aa3b7db27bf1" providerId="LiveId" clId="{C2D07500-45BC-40EF-BF2E-8B650CB35FCC}" dt="2026-02-16T16:55:11.523" v="75"/>
          <ac:spMkLst>
            <pc:docMk/>
            <pc:sldMk cId="806043198" sldId="259"/>
            <ac:spMk id="6" creationId="{FBF9B0CB-F12F-1FE4-FD34-9DBAB53C5F03}"/>
          </ac:spMkLst>
        </pc:spChg>
        <pc:spChg chg="add mod">
          <ac:chgData name="Plant Rooms" userId="4374aa3b7db27bf1" providerId="LiveId" clId="{C2D07500-45BC-40EF-BF2E-8B650CB35FCC}" dt="2026-02-16T16:55:11.517" v="73"/>
          <ac:spMkLst>
            <pc:docMk/>
            <pc:sldMk cId="806043198" sldId="259"/>
            <ac:spMk id="7" creationId="{00000000-0008-0000-0E00-00000C000000}"/>
          </ac:spMkLst>
        </pc:spChg>
        <pc:spChg chg="add del mod">
          <ac:chgData name="Plant Rooms" userId="4374aa3b7db27bf1" providerId="LiveId" clId="{C2D07500-45BC-40EF-BF2E-8B650CB35FCC}" dt="2026-02-16T17:16:48.124" v="300" actId="478"/>
          <ac:spMkLst>
            <pc:docMk/>
            <pc:sldMk cId="806043198" sldId="259"/>
            <ac:spMk id="8" creationId="{FA5A0EB5-1177-4F99-7EA5-5B927ABF5AB4}"/>
          </ac:spMkLst>
        </pc:spChg>
        <pc:spChg chg="add mod">
          <ac:chgData name="Plant Rooms" userId="4374aa3b7db27bf1" providerId="LiveId" clId="{C2D07500-45BC-40EF-BF2E-8B650CB35FCC}" dt="2026-02-16T17:09:47.968" v="226"/>
          <ac:spMkLst>
            <pc:docMk/>
            <pc:sldMk cId="806043198" sldId="259"/>
            <ac:spMk id="9" creationId="{0F58BE16-4842-E55D-A382-9CD9D2A95B2F}"/>
          </ac:spMkLst>
        </pc:spChg>
        <pc:spChg chg="add del mod">
          <ac:chgData name="Plant Rooms" userId="4374aa3b7db27bf1" providerId="LiveId" clId="{C2D07500-45BC-40EF-BF2E-8B650CB35FCC}" dt="2026-02-16T17:24:24.662" v="357" actId="21"/>
          <ac:spMkLst>
            <pc:docMk/>
            <pc:sldMk cId="806043198" sldId="259"/>
            <ac:spMk id="10" creationId="{8641F8FC-8CB3-E9FE-FD0B-F97ABBF1BCC0}"/>
          </ac:spMkLst>
        </pc:spChg>
        <pc:spChg chg="add mod">
          <ac:chgData name="Plant Rooms" userId="4374aa3b7db27bf1" providerId="LiveId" clId="{C2D07500-45BC-40EF-BF2E-8B650CB35FCC}" dt="2026-02-16T17:56:25.460" v="556" actId="1076"/>
          <ac:spMkLst>
            <pc:docMk/>
            <pc:sldMk cId="806043198" sldId="259"/>
            <ac:spMk id="11" creationId="{126AE5FE-7B58-B90A-6A6E-A4A63481F6A3}"/>
          </ac:spMkLst>
        </pc:spChg>
        <pc:spChg chg="add mod">
          <ac:chgData name="Plant Rooms" userId="4374aa3b7db27bf1" providerId="LiveId" clId="{C2D07500-45BC-40EF-BF2E-8B650CB35FCC}" dt="2026-02-16T17:55:43.679" v="551" actId="14100"/>
          <ac:spMkLst>
            <pc:docMk/>
            <pc:sldMk cId="806043198" sldId="259"/>
            <ac:spMk id="12" creationId="{6908F282-178E-26FA-85B4-2138D8AF8A86}"/>
          </ac:spMkLst>
        </pc:spChg>
        <pc:picChg chg="add mod ord modCrop">
          <ac:chgData name="Plant Rooms" userId="4374aa3b7db27bf1" providerId="LiveId" clId="{C2D07500-45BC-40EF-BF2E-8B650CB35FCC}" dt="2026-02-16T17:16:58.669" v="301" actId="1076"/>
          <ac:picMkLst>
            <pc:docMk/>
            <pc:sldMk cId="806043198" sldId="259"/>
            <ac:picMk id="5" creationId="{9DFAA4D2-09C7-2108-47CA-ACCC0285E44F}"/>
          </ac:picMkLst>
        </pc:picChg>
      </pc:sldChg>
      <pc:sldChg chg="addSp delSp modSp new mod">
        <pc:chgData name="Plant Rooms" userId="4374aa3b7db27bf1" providerId="LiveId" clId="{C2D07500-45BC-40EF-BF2E-8B650CB35FCC}" dt="2026-02-16T17:59:03.384" v="595" actId="1035"/>
        <pc:sldMkLst>
          <pc:docMk/>
          <pc:sldMk cId="1176422200" sldId="260"/>
        </pc:sldMkLst>
        <pc:spChg chg="mod">
          <ac:chgData name="Plant Rooms" userId="4374aa3b7db27bf1" providerId="LiveId" clId="{C2D07500-45BC-40EF-BF2E-8B650CB35FCC}" dt="2026-02-16T17:59:03.384" v="595" actId="1035"/>
          <ac:spMkLst>
            <pc:docMk/>
            <pc:sldMk cId="1176422200" sldId="260"/>
            <ac:spMk id="2" creationId="{7BEC00D3-6F9B-0995-9457-EB098B5559B4}"/>
          </ac:spMkLst>
        </pc:spChg>
        <pc:spChg chg="del">
          <ac:chgData name="Plant Rooms" userId="4374aa3b7db27bf1" providerId="LiveId" clId="{C2D07500-45BC-40EF-BF2E-8B650CB35FCC}" dt="2026-02-16T17:30:06.616" v="397"/>
          <ac:spMkLst>
            <pc:docMk/>
            <pc:sldMk cId="1176422200" sldId="260"/>
            <ac:spMk id="3" creationId="{822F9033-6745-ECC1-9E04-E5FBD87291D3}"/>
          </ac:spMkLst>
        </pc:spChg>
        <pc:spChg chg="add del mod">
          <ac:chgData name="Plant Rooms" userId="4374aa3b7db27bf1" providerId="LiveId" clId="{C2D07500-45BC-40EF-BF2E-8B650CB35FCC}" dt="2026-02-16T17:30:20.036" v="400" actId="478"/>
          <ac:spMkLst>
            <pc:docMk/>
            <pc:sldMk cId="1176422200" sldId="260"/>
            <ac:spMk id="6" creationId="{7EB260CC-12DD-6DF8-7C22-E37CD4408788}"/>
          </ac:spMkLst>
        </pc:spChg>
        <pc:spChg chg="add mod">
          <ac:chgData name="Plant Rooms" userId="4374aa3b7db27bf1" providerId="LiveId" clId="{C2D07500-45BC-40EF-BF2E-8B650CB35FCC}" dt="2026-02-16T17:50:56.886" v="499" actId="1036"/>
          <ac:spMkLst>
            <pc:docMk/>
            <pc:sldMk cId="1176422200" sldId="260"/>
            <ac:spMk id="10" creationId="{8641F8FC-8CB3-E9FE-FD0B-F97ABBF1BCC0}"/>
          </ac:spMkLst>
        </pc:spChg>
        <pc:graphicFrameChg chg="add del mod">
          <ac:chgData name="Plant Rooms" userId="4374aa3b7db27bf1" providerId="LiveId" clId="{C2D07500-45BC-40EF-BF2E-8B650CB35FCC}" dt="2026-02-16T17:53:42.575" v="535" actId="2711"/>
          <ac:graphicFrameMkLst>
            <pc:docMk/>
            <pc:sldMk cId="1176422200" sldId="260"/>
            <ac:graphicFrameMk id="4" creationId="{00000000-0008-0000-0B00-000002000000}"/>
          </ac:graphicFrameMkLst>
        </pc:graphicFrameChg>
      </pc:sldChg>
      <pc:sldChg chg="addSp delSp modSp new mod">
        <pc:chgData name="Plant Rooms" userId="4374aa3b7db27bf1" providerId="LiveId" clId="{C2D07500-45BC-40EF-BF2E-8B650CB35FCC}" dt="2026-02-16T18:12:01.786" v="752" actId="1076"/>
        <pc:sldMkLst>
          <pc:docMk/>
          <pc:sldMk cId="2847475550" sldId="261"/>
        </pc:sldMkLst>
        <pc:spChg chg="mod">
          <ac:chgData name="Plant Rooms" userId="4374aa3b7db27bf1" providerId="LiveId" clId="{C2D07500-45BC-40EF-BF2E-8B650CB35FCC}" dt="2026-02-16T17:59:24.031" v="598" actId="1076"/>
          <ac:spMkLst>
            <pc:docMk/>
            <pc:sldMk cId="2847475550" sldId="261"/>
            <ac:spMk id="2" creationId="{3DBEE48C-F28A-36F4-F3CB-1A0E43A6381E}"/>
          </ac:spMkLst>
        </pc:spChg>
        <pc:spChg chg="del mod">
          <ac:chgData name="Plant Rooms" userId="4374aa3b7db27bf1" providerId="LiveId" clId="{C2D07500-45BC-40EF-BF2E-8B650CB35FCC}" dt="2026-02-16T17:50:04.773" v="472"/>
          <ac:spMkLst>
            <pc:docMk/>
            <pc:sldMk cId="2847475550" sldId="261"/>
            <ac:spMk id="3" creationId="{BA42D9B8-365F-B806-A687-F9DF97ED930E}"/>
          </ac:spMkLst>
        </pc:spChg>
        <pc:spChg chg="add mod">
          <ac:chgData name="Plant Rooms" userId="4374aa3b7db27bf1" providerId="LiveId" clId="{C2D07500-45BC-40EF-BF2E-8B650CB35FCC}" dt="2026-02-16T18:12:01.786" v="752" actId="1076"/>
          <ac:spMkLst>
            <pc:docMk/>
            <pc:sldMk cId="2847475550" sldId="261"/>
            <ac:spMk id="4" creationId="{00000000-0008-0000-0E00-000003000000}"/>
          </ac:spMkLst>
        </pc:spChg>
      </pc:sldChg>
      <pc:sldChg chg="addSp delSp modSp new del mod">
        <pc:chgData name="Plant Rooms" userId="4374aa3b7db27bf1" providerId="LiveId" clId="{C2D07500-45BC-40EF-BF2E-8B650CB35FCC}" dt="2026-02-16T18:11:33.402" v="748" actId="47"/>
        <pc:sldMkLst>
          <pc:docMk/>
          <pc:sldMk cId="3405967311" sldId="262"/>
        </pc:sldMkLst>
        <pc:spChg chg="mod">
          <ac:chgData name="Plant Rooms" userId="4374aa3b7db27bf1" providerId="LiveId" clId="{C2D07500-45BC-40EF-BF2E-8B650CB35FCC}" dt="2026-02-16T18:00:47.893" v="631" actId="1076"/>
          <ac:spMkLst>
            <pc:docMk/>
            <pc:sldMk cId="3405967311" sldId="262"/>
            <ac:spMk id="2" creationId="{D8F297FC-2D6E-D2DD-E421-B77F37BADBF0}"/>
          </ac:spMkLst>
        </pc:spChg>
        <pc:spChg chg="del">
          <ac:chgData name="Plant Rooms" userId="4374aa3b7db27bf1" providerId="LiveId" clId="{C2D07500-45BC-40EF-BF2E-8B650CB35FCC}" dt="2026-02-16T18:00:29.061" v="627" actId="478"/>
          <ac:spMkLst>
            <pc:docMk/>
            <pc:sldMk cId="3405967311" sldId="262"/>
            <ac:spMk id="3" creationId="{0F28F1E7-B14A-DF65-A71D-571ECE1F4116}"/>
          </ac:spMkLst>
        </pc:spChg>
        <pc:picChg chg="add mod">
          <ac:chgData name="Plant Rooms" userId="4374aa3b7db27bf1" providerId="LiveId" clId="{C2D07500-45BC-40EF-BF2E-8B650CB35FCC}" dt="2026-02-16T18:03:02.995" v="653" actId="14100"/>
          <ac:picMkLst>
            <pc:docMk/>
            <pc:sldMk cId="3405967311" sldId="262"/>
            <ac:picMk id="5" creationId="{053C730D-4EF8-B5EF-9DE6-589A53480569}"/>
          </ac:picMkLst>
        </pc:picChg>
      </pc:sldChg>
      <pc:sldChg chg="addSp delSp modSp new mod">
        <pc:chgData name="Plant Rooms" userId="4374aa3b7db27bf1" providerId="LiveId" clId="{C2D07500-45BC-40EF-BF2E-8B650CB35FCC}" dt="2026-02-16T18:09:09.352" v="745" actId="122"/>
        <pc:sldMkLst>
          <pc:docMk/>
          <pc:sldMk cId="1228199828" sldId="263"/>
        </pc:sldMkLst>
        <pc:spChg chg="mod">
          <ac:chgData name="Plant Rooms" userId="4374aa3b7db27bf1" providerId="LiveId" clId="{C2D07500-45BC-40EF-BF2E-8B650CB35FCC}" dt="2026-02-16T18:09:09.352" v="745" actId="122"/>
          <ac:spMkLst>
            <pc:docMk/>
            <pc:sldMk cId="1228199828" sldId="263"/>
            <ac:spMk id="2" creationId="{26138DCD-0BE1-054D-345B-6022FF7D8C61}"/>
          </ac:spMkLst>
        </pc:spChg>
        <pc:spChg chg="del">
          <ac:chgData name="Plant Rooms" userId="4374aa3b7db27bf1" providerId="LiveId" clId="{C2D07500-45BC-40EF-BF2E-8B650CB35FCC}" dt="2026-02-16T18:03:32.850" v="656" actId="478"/>
          <ac:spMkLst>
            <pc:docMk/>
            <pc:sldMk cId="1228199828" sldId="263"/>
            <ac:spMk id="3" creationId="{979BA861-9E02-BDCD-F15D-EF6FB17060FF}"/>
          </ac:spMkLst>
        </pc:spChg>
        <pc:picChg chg="add mod ord">
          <ac:chgData name="Plant Rooms" userId="4374aa3b7db27bf1" providerId="LiveId" clId="{C2D07500-45BC-40EF-BF2E-8B650CB35FCC}" dt="2026-02-16T18:08:57.253" v="741" actId="14100"/>
          <ac:picMkLst>
            <pc:docMk/>
            <pc:sldMk cId="1228199828" sldId="263"/>
            <ac:picMk id="4" creationId="{7B7E615B-7EE2-8EA2-D149-0A2E194E111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ales\Downloads\hotel_bookings%20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[hotel_bookings 1.xlsx]PT4-ADR!PivotTable4</c:name>
    <c:fmtId val="8"/>
  </c:pivotSource>
  <c:chart>
    <c:title>
      <c:tx>
        <c:rich>
          <a:bodyPr/>
          <a:lstStyle/>
          <a:p>
            <a:pPr>
              <a:defRPr/>
            </a:pPr>
            <a:r>
              <a:rPr lang="en-IN" sz="1800" b="1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Average Daily Rate by Hotel Type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c:rich>
      </c:tx>
      <c:overlay val="0"/>
    </c:title>
    <c:autoTitleDeleted val="0"/>
    <c:pivotFmts>
      <c:pivotFmt>
        <c:idx val="0"/>
        <c:spPr>
          <a:solidFill>
            <a:schemeClr val="tx2">
              <a:lumMod val="50000"/>
            </a:schemeClr>
          </a:solidFill>
        </c:spPr>
        <c:marker>
          <c:symbol val="none"/>
        </c:marker>
      </c:pivotFmt>
      <c:pivotFmt>
        <c:idx val="1"/>
        <c:spPr>
          <a:solidFill>
            <a:schemeClr val="tx2">
              <a:lumMod val="50000"/>
            </a:schemeClr>
          </a:solidFill>
        </c:spPr>
        <c:marker>
          <c:symbol val="none"/>
        </c:marker>
      </c:pivotFmt>
      <c:pivotFmt>
        <c:idx val="2"/>
        <c:spPr>
          <a:solidFill>
            <a:srgbClr val="990000"/>
          </a:solidFill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990000"/>
          </a:solidFill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990000"/>
          </a:solidFill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1570999277264254E-2"/>
          <c:y val="0.12280935197403649"/>
          <c:w val="0.89374301038457149"/>
          <c:h val="0.7398636925010192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'PT4-ADR'!$C$4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1800" b="0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4B46-4C74-B150-6711E74EE278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800">
                      <a:solidFill>
                        <a:srgbClr val="C00000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0742801171592682E-2"/>
                      <c:h val="7.940178400298943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B46-4C74-B150-6711E74EE27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rgbClr val="C0000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'PT4-ADR'!$B$5:$B$7</c:f>
              <c:strCache>
                <c:ptCount val="2"/>
                <c:pt idx="0">
                  <c:v>City Hotel</c:v>
                </c:pt>
                <c:pt idx="1">
                  <c:v>Resort Hotel</c:v>
                </c:pt>
              </c:strCache>
            </c:strRef>
          </c:cat>
          <c:val>
            <c:numRef>
              <c:f>'PT4-ADR'!$C$5:$C$7</c:f>
              <c:numCache>
                <c:formatCode>"₹"\ #,##0.00</c:formatCode>
                <c:ptCount val="2"/>
                <c:pt idx="0">
                  <c:v>105.3044653977023</c:v>
                </c:pt>
                <c:pt idx="1">
                  <c:v>94.952929605592246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46-4C74-B150-6711E74EE2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95738368"/>
        <c:axId val="295748352"/>
      </c:barChart>
      <c:catAx>
        <c:axId val="2957383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95748352"/>
        <c:crosses val="autoZero"/>
        <c:auto val="1"/>
        <c:lblAlgn val="ctr"/>
        <c:lblOffset val="100"/>
        <c:noMultiLvlLbl val="0"/>
      </c:catAx>
      <c:valAx>
        <c:axId val="295748352"/>
        <c:scaling>
          <c:orientation val="minMax"/>
        </c:scaling>
        <c:delete val="0"/>
        <c:axPos val="l"/>
        <c:numFmt formatCode="&quot;₹&quot;\ #,##0.00" sourceLinked="1"/>
        <c:majorTickMark val="out"/>
        <c:minorTickMark val="none"/>
        <c:tickLblPos val="nextTo"/>
        <c:crossAx val="29573836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64C05-140D-8364-6BFC-D842B42A5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26848-3D75-050A-D852-61A5DCB89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73EEA-A435-0247-CE3A-8E5C392C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16A7-F693-419B-BDF6-2C6E777D39C2}" type="datetimeFigureOut">
              <a:rPr lang="en-IN" smtClean="0"/>
              <a:t>16-02-2026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1A542-ED33-D252-9528-25E25207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0DB1D-164D-C7CA-B657-207DC856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8D74-6EAA-4796-BBF2-61A7B3E49F5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554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91BA-2A3E-29DA-6C59-F31122F3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9DED-E5C4-C7CF-32BF-2A249E7FA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229E0-8337-D4E5-8527-B2B6E09CD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16A7-F693-419B-BDF6-2C6E777D39C2}" type="datetimeFigureOut">
              <a:rPr lang="en-IN" smtClean="0"/>
              <a:t>16-02-2026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0AF2C-89A8-C1DD-E5CC-46A79F469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4BFD3-83D3-335E-D851-4B5AF44B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8D74-6EAA-4796-BBF2-61A7B3E49F5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340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ED1D0-5225-B10A-BAC6-2CA01B0FF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D33C4-266D-76D9-C18C-ADEB77B20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B4DD0-E9CF-9F64-D7F3-3919790A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16A7-F693-419B-BDF6-2C6E777D39C2}" type="datetimeFigureOut">
              <a:rPr lang="en-IN" smtClean="0"/>
              <a:t>16-02-2026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15565-142E-4BC0-86F7-BD401855C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D9459-6510-CDFA-5F97-2E4FC55D9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8D74-6EAA-4796-BBF2-61A7B3E49F5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9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13F8-1F7B-A7B5-62D7-7BB08B89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AB321-CD6B-4666-69E1-997C8560A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7B2F8-5696-D2E2-7B86-B8D92E33B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87D6B-C027-F4EE-EDC2-3B36983B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16A7-F693-419B-BDF6-2C6E777D39C2}" type="datetimeFigureOut">
              <a:rPr lang="en-IN" smtClean="0"/>
              <a:t>16-02-2026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91E67-AA68-F0A5-1777-40BDE3750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7657F-329F-76AE-C6EA-3192C198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8D74-6EAA-4796-BBF2-61A7B3E49F5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858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6C03-DB77-E981-7C7C-5EE8ADE4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3E0D5-96CC-BDEA-6018-3A2975E12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3643F-9C2A-145E-3A2D-3FE45EC53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3A8B3-AA5B-8CF0-8869-A9B4E4C27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6B818-2D6C-09F4-A206-758B8EF4F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E569DF-0353-A41D-D08C-26DBDB921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16A7-F693-419B-BDF6-2C6E777D39C2}" type="datetimeFigureOut">
              <a:rPr lang="en-IN" smtClean="0"/>
              <a:t>16-02-2026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55A50C-B29C-95C4-E348-63D188C9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224BF-1FEB-1463-1A1F-AFC1DA53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8D74-6EAA-4796-BBF2-61A7B3E49F5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812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B8C1-6F64-4B27-24AB-D74FE5AC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551ED-2F98-F868-1384-E3DF9CCA1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16A7-F693-419B-BDF6-2C6E777D39C2}" type="datetimeFigureOut">
              <a:rPr lang="en-IN" smtClean="0"/>
              <a:t>16-02-2026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5D62B-0225-F234-3310-238B96B1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9442B-60A9-7E95-1BD5-9FBD9500B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8D74-6EAA-4796-BBF2-61A7B3E49F5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882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46F33-6F54-E8C3-E46C-C20071A3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16A7-F693-419B-BDF6-2C6E777D39C2}" type="datetimeFigureOut">
              <a:rPr lang="en-IN" smtClean="0"/>
              <a:t>16-02-2026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6FCD5A-7664-E452-025D-F06D8F35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83644-C8B6-4B9B-4526-1377F665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8D74-6EAA-4796-BBF2-61A7B3E49F5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72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26BB7-73BF-54FE-DC47-B22290B6D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6646E-28D5-4630-71F0-9F5C53C46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0560A-5CAB-782C-F14D-BFFBD9F35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C0CB3-3153-1E52-4D7F-C0D38F64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16A7-F693-419B-BDF6-2C6E777D39C2}" type="datetimeFigureOut">
              <a:rPr lang="en-IN" smtClean="0"/>
              <a:t>16-02-2026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D0F9-F6BB-3CA3-E7AF-245A97893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CB467-E527-0293-63AF-866045A7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8D74-6EAA-4796-BBF2-61A7B3E49F5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15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51C7E-217A-E9B3-054D-1E892232B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B3BBF7-2013-F9EA-5C44-DC01B6552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692FF-40E7-23CB-B7D6-3DA29859A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C77D9-27F8-82B7-D661-FD08EEB3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16A7-F693-419B-BDF6-2C6E777D39C2}" type="datetimeFigureOut">
              <a:rPr lang="en-IN" smtClean="0"/>
              <a:t>16-02-2026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59262-EDCB-E744-069B-6D061361B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BB9B9-92A2-ED07-2547-BE7A37D8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8D74-6EAA-4796-BBF2-61A7B3E49F5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00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6803E-3583-C227-19FB-B2D1A4E0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50535-3A6B-590F-7947-48D8C65AA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2CBEE-459A-3F75-F20A-004E4354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16A7-F693-419B-BDF6-2C6E777D39C2}" type="datetimeFigureOut">
              <a:rPr lang="en-IN" smtClean="0"/>
              <a:t>16-02-2026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FF310-F708-2674-AC05-05B13153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F3926-7863-729C-3268-BC179E9F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8D74-6EAA-4796-BBF2-61A7B3E49F5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736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5C610-8208-B4D0-9213-8A55412622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6A7CF-3927-A98D-DEB7-2A3755FD7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42A7A-275C-CD80-3C22-E8E0F37A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16A7-F693-419B-BDF6-2C6E777D39C2}" type="datetimeFigureOut">
              <a:rPr lang="en-IN" smtClean="0"/>
              <a:t>16-02-2026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2BCB9-B364-D4AA-7AFA-B936AB2A3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2DA0C-115E-008C-7293-6D83F19B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8D74-6EAA-4796-BBF2-61A7B3E49F5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998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83F8B9-7330-A57C-8940-7BA48A98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23BDF-747E-DB65-3AC4-8A0A6D548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BD276-7130-CEAC-D33F-E528C6513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516A7-F693-419B-BDF6-2C6E777D39C2}" type="datetimeFigureOut">
              <a:rPr lang="en-IN" smtClean="0"/>
              <a:t>16-02-2026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EA627-4FA3-E30D-64F2-802AB9EBA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59D80-1113-AA07-DECF-7B92F6F1C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98D74-6EAA-4796-BBF2-61A7B3E49F5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1816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DD70-C5AA-B962-B490-DE011FF2A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4071" y="1496605"/>
            <a:ext cx="9144000" cy="115022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HOTEL BOOKING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29D28-4B3E-8DEB-CB97-76F65A8DC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7354" y="3653171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sz="4000" u="sng" dirty="0">
                <a:latin typeface="Cambria" panose="02040503050406030204" pitchFamily="18" charset="0"/>
                <a:ea typeface="Cambria" panose="02040503050406030204" pitchFamily="18" charset="0"/>
              </a:rPr>
              <a:t>ZEESHAN</a:t>
            </a:r>
            <a:r>
              <a:rPr lang="en-IN" sz="4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4000" u="sng" dirty="0">
                <a:latin typeface="Cambria" panose="02040503050406030204" pitchFamily="18" charset="0"/>
                <a:ea typeface="Cambria" panose="02040503050406030204" pitchFamily="18" charset="0"/>
              </a:rPr>
              <a:t>MOMIN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Week 1 Portfolio Project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January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000000-0008-0000-0D00-0000090000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47" y="1111045"/>
            <a:ext cx="1977124" cy="19213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83399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5622-CE3E-2CF4-4F52-785C1EFEB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6022AB-EF67-8F77-9C46-A7E4CA8A5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2471" y="2920180"/>
            <a:ext cx="9144000" cy="2634559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- Dataset: 119,000+ hotel bookings</a:t>
            </a:r>
          </a:p>
          <a:p>
            <a:pPr algn="l">
              <a:lnSpc>
                <a:spcPct val="100000"/>
              </a:lnSpc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- Hotels: City Hotels vs Resort Hotels</a:t>
            </a:r>
          </a:p>
          <a:p>
            <a:pPr algn="l">
              <a:lnSpc>
                <a:spcPct val="100000"/>
              </a:lnSpc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- Tools: Excel, Pivot Tables, Charts, Dashboards</a:t>
            </a:r>
          </a:p>
          <a:p>
            <a:pPr algn="l">
              <a:lnSpc>
                <a:spcPct val="100000"/>
              </a:lnSpc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- Objective: Revenue &amp; operational insights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FE323B-64D0-377E-A1D8-1A4638B4AD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3" y="107534"/>
            <a:ext cx="1977124" cy="19213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BE4DD5B5-4E6A-02D1-2516-1D557BE3610E}"/>
              </a:ext>
            </a:extLst>
          </p:cNvPr>
          <p:cNvSpPr txBox="1">
            <a:spLocks/>
          </p:cNvSpPr>
          <p:nvPr/>
        </p:nvSpPr>
        <p:spPr>
          <a:xfrm>
            <a:off x="2590787" y="939467"/>
            <a:ext cx="7236542" cy="1337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275028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CFF2018-BC9E-E343-3CC6-59596BAC4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89" y="1282965"/>
            <a:ext cx="11172254" cy="4156782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69403154-0AE3-B129-23D3-47D8EF3B032A}"/>
              </a:ext>
            </a:extLst>
          </p:cNvPr>
          <p:cNvSpPr txBox="1">
            <a:spLocks/>
          </p:cNvSpPr>
          <p:nvPr/>
        </p:nvSpPr>
        <p:spPr>
          <a:xfrm>
            <a:off x="453689" y="351594"/>
            <a:ext cx="7236542" cy="1337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4400" b="1" dirty="0">
                <a:latin typeface="Cambria" panose="02040503050406030204" pitchFamily="18" charset="0"/>
                <a:ea typeface="Cambria" panose="02040503050406030204" pitchFamily="18" charset="0"/>
              </a:rPr>
              <a:t>KEY FINDINGS </a:t>
            </a:r>
            <a:endParaRPr lang="en-GB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CB56A9F-D5DB-B25F-9A2A-E01AC557E685}"/>
              </a:ext>
            </a:extLst>
          </p:cNvPr>
          <p:cNvSpPr txBox="1">
            <a:spLocks/>
          </p:cNvSpPr>
          <p:nvPr/>
        </p:nvSpPr>
        <p:spPr>
          <a:xfrm>
            <a:off x="2357134" y="5803643"/>
            <a:ext cx="4612835" cy="1073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1" dirty="0">
                <a:latin typeface="Lucida Fax" pitchFamily="18" charset="0"/>
              </a:rPr>
              <a:t>BOOKINGS DISTRIBUTION</a:t>
            </a:r>
            <a:endParaRPr lang="en-IN" sz="1200" dirty="0">
              <a:latin typeface="Lucida Fax" pitchFamily="18" charset="0"/>
            </a:endParaRPr>
          </a:p>
          <a:p>
            <a:pPr algn="l"/>
            <a:r>
              <a:rPr lang="en-IN" sz="1200" dirty="0">
                <a:latin typeface="Lucida Fax" pitchFamily="18" charset="0"/>
              </a:rPr>
              <a:t>   - City Hotels: </a:t>
            </a:r>
            <a:r>
              <a:rPr lang="en-IN" sz="1200" b="1" i="1" dirty="0">
                <a:latin typeface="Lucida Fax" pitchFamily="18" charset="0"/>
              </a:rPr>
              <a:t>66.45%</a:t>
            </a:r>
            <a:r>
              <a:rPr lang="en-IN" sz="1200" dirty="0">
                <a:latin typeface="Lucida Fax" pitchFamily="18" charset="0"/>
              </a:rPr>
              <a:t> of total bookings</a:t>
            </a:r>
            <a:endParaRPr lang="en-IN" sz="1400" dirty="0">
              <a:effectLst/>
              <a:latin typeface="Lucida Fax" pitchFamily="18" charset="0"/>
            </a:endParaRPr>
          </a:p>
          <a:p>
            <a:pPr algn="l"/>
            <a:r>
              <a:rPr lang="en-IN" sz="1200" dirty="0">
                <a:latin typeface="Lucida Fax" pitchFamily="18" charset="0"/>
              </a:rPr>
              <a:t>   - Resort Hotels: </a:t>
            </a:r>
            <a:r>
              <a:rPr lang="en-IN" sz="1200" b="1" i="1" dirty="0">
                <a:latin typeface="Lucida Fax" pitchFamily="18" charset="0"/>
              </a:rPr>
              <a:t>33.55%</a:t>
            </a:r>
            <a:r>
              <a:rPr lang="en-IN" sz="1200" dirty="0">
                <a:latin typeface="Lucida Fax" pitchFamily="18" charset="0"/>
              </a:rPr>
              <a:t> of total bookings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4D602B-9D1C-5196-77CB-5E179DCEF067}"/>
              </a:ext>
            </a:extLst>
          </p:cNvPr>
          <p:cNvSpPr txBox="1">
            <a:spLocks/>
          </p:cNvSpPr>
          <p:nvPr/>
        </p:nvSpPr>
        <p:spPr>
          <a:xfrm>
            <a:off x="6602562" y="5794312"/>
            <a:ext cx="4612835" cy="1073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b="1">
                <a:latin typeface="Lucida Fax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IN" sz="1200" dirty="0"/>
              <a:t>TOP MARKETS   </a:t>
            </a:r>
          </a:p>
          <a:p>
            <a:pPr marL="0" indent="0">
              <a:buNone/>
            </a:pPr>
            <a:r>
              <a:rPr lang="en-IN" sz="1200" dirty="0"/>
              <a:t>   - Top 3 countries: Portugal, Great Britain, France</a:t>
            </a:r>
          </a:p>
          <a:p>
            <a:pPr marL="0" indent="0">
              <a:buNone/>
            </a:pPr>
            <a:r>
              <a:rPr lang="en-IN" sz="1200" dirty="0"/>
              <a:t>   - These markets represent: 71% of total bookings</a:t>
            </a:r>
          </a:p>
        </p:txBody>
      </p:sp>
    </p:spTree>
    <p:extLst>
      <p:ext uri="{BB962C8B-B14F-4D97-AF65-F5344CB8AC3E}">
        <p14:creationId xmlns:p14="http://schemas.microsoft.com/office/powerpoint/2010/main" val="2269964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FAA4D2-09C7-2108-47CA-ACCC0285E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3"/>
          <a:stretch>
            <a:fillRect/>
          </a:stretch>
        </p:blipFill>
        <p:spPr>
          <a:xfrm>
            <a:off x="368092" y="1287565"/>
            <a:ext cx="11455816" cy="3673128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F58BE16-4842-E55D-A382-9CD9D2A95B2F}"/>
              </a:ext>
            </a:extLst>
          </p:cNvPr>
          <p:cNvSpPr txBox="1">
            <a:spLocks/>
          </p:cNvSpPr>
          <p:nvPr/>
        </p:nvSpPr>
        <p:spPr>
          <a:xfrm>
            <a:off x="453689" y="360925"/>
            <a:ext cx="7236542" cy="1337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4400" b="1" dirty="0">
                <a:latin typeface="Cambria" panose="02040503050406030204" pitchFamily="18" charset="0"/>
                <a:ea typeface="Cambria" panose="02040503050406030204" pitchFamily="18" charset="0"/>
              </a:rPr>
              <a:t>KEY FINDINGS </a:t>
            </a:r>
            <a:endParaRPr lang="en-GB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26AE5FE-7B58-B90A-6A6E-A4A63481F6A3}"/>
              </a:ext>
            </a:extLst>
          </p:cNvPr>
          <p:cNvSpPr txBox="1">
            <a:spLocks/>
          </p:cNvSpPr>
          <p:nvPr/>
        </p:nvSpPr>
        <p:spPr>
          <a:xfrm>
            <a:off x="8468787" y="5300307"/>
            <a:ext cx="4416789" cy="1174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1">
                <a:latin typeface="Lucida Fax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/>
              <a:t>SEASONAL PATTERNS</a:t>
            </a:r>
          </a:p>
          <a:p>
            <a:r>
              <a:rPr lang="en-IN" sz="1600" b="0" dirty="0"/>
              <a:t>   </a:t>
            </a:r>
            <a:r>
              <a:rPr lang="en-IN" sz="1400" b="0" dirty="0"/>
              <a:t>- Peak months: July &amp; August</a:t>
            </a:r>
          </a:p>
          <a:p>
            <a:r>
              <a:rPr lang="en-IN" sz="1400" b="0" dirty="0"/>
              <a:t>   - Low season: December &amp; Jan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908F282-178E-26FA-85B4-2138D8AF8A86}"/>
              </a:ext>
            </a:extLst>
          </p:cNvPr>
          <p:cNvSpPr txBox="1">
            <a:spLocks/>
          </p:cNvSpPr>
          <p:nvPr/>
        </p:nvSpPr>
        <p:spPr>
          <a:xfrm>
            <a:off x="453689" y="5175736"/>
            <a:ext cx="8578344" cy="1579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1">
                <a:latin typeface="Lucida Fax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itchFamily="18" charset="0"/>
                <a:ea typeface="+mn-ea"/>
                <a:cs typeface="+mn-cs"/>
              </a:rPr>
              <a:t>CANCELLATION RATES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itchFamily="18" charset="0"/>
                <a:ea typeface="+mn-ea"/>
                <a:cs typeface="+mn-cs"/>
              </a:rPr>
              <a:t>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itchFamily="18" charset="0"/>
                <a:ea typeface="+mn-ea"/>
                <a:cs typeface="+mn-cs"/>
              </a:rPr>
              <a:t>   - City Hotels: </a:t>
            </a:r>
            <a:r>
              <a:rPr kumimoji="0" lang="en-IN" sz="1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itchFamily="18" charset="0"/>
                <a:ea typeface="+mn-ea"/>
                <a:cs typeface="+mn-cs"/>
              </a:rPr>
              <a:t>75%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itchFamily="18" charset="0"/>
                <a:ea typeface="+mn-ea"/>
                <a:cs typeface="+mn-cs"/>
              </a:rPr>
              <a:t> cancellation rate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Fax" pitchFamily="18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itchFamily="18" charset="0"/>
                <a:ea typeface="+mn-ea"/>
                <a:cs typeface="+mn-cs"/>
              </a:rPr>
              <a:t>   - Resort Hotels: </a:t>
            </a:r>
            <a:r>
              <a:rPr kumimoji="0" lang="en-IN" sz="1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itchFamily="18" charset="0"/>
                <a:ea typeface="+mn-ea"/>
                <a:cs typeface="+mn-cs"/>
              </a:rPr>
              <a:t>25%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itchFamily="18" charset="0"/>
                <a:ea typeface="+mn-ea"/>
                <a:cs typeface="+mn-cs"/>
              </a:rPr>
              <a:t> cancellation rate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Fax" pitchFamily="18" charset="0"/>
              <a:ea typeface="+mn-ea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itchFamily="18" charset="0"/>
                <a:ea typeface="+mn-ea"/>
                <a:cs typeface="+mn-cs"/>
              </a:rPr>
              <a:t>   - Finding: City Hotels have higher cancellation rates as compared to resort hotels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Fax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043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C00D3-6F9B-0995-9457-EB098B55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672" y="24853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REVENUE ANALYSIS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641F8FC-8CB3-E9FE-FD0B-F97ABBF1BCC0}"/>
              </a:ext>
            </a:extLst>
          </p:cNvPr>
          <p:cNvSpPr txBox="1">
            <a:spLocks/>
          </p:cNvSpPr>
          <p:nvPr/>
        </p:nvSpPr>
        <p:spPr>
          <a:xfrm>
            <a:off x="626784" y="5385108"/>
            <a:ext cx="10352780" cy="11723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b="1">
                <a:latin typeface="Lucida Fax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IN" sz="1400" dirty="0"/>
              <a:t>REVENUE INSIGHTS [Average Daily Rate (ADR)]:</a:t>
            </a:r>
          </a:p>
          <a:p>
            <a:pPr marL="0" indent="0">
              <a:buNone/>
            </a:pPr>
            <a:r>
              <a:rPr lang="en-IN" sz="1400" dirty="0"/>
              <a:t>    </a:t>
            </a:r>
            <a:r>
              <a:rPr lang="en-IN" sz="1200" dirty="0"/>
              <a:t>* City Hotels: </a:t>
            </a:r>
            <a:r>
              <a:rPr lang="en-IN" sz="1200" u="sng" dirty="0"/>
              <a:t>₹105.30</a:t>
            </a:r>
          </a:p>
          <a:p>
            <a:pPr marL="0" indent="0">
              <a:buNone/>
            </a:pPr>
            <a:r>
              <a:rPr lang="en-IN" sz="1200" dirty="0"/>
              <a:t>     * Resort Hotels: </a:t>
            </a:r>
            <a:r>
              <a:rPr lang="en-IN" sz="1200" u="sng" dirty="0"/>
              <a:t>₹94.95</a:t>
            </a:r>
            <a:r>
              <a:rPr lang="en-IN" sz="1200" dirty="0"/>
              <a:t> </a:t>
            </a:r>
          </a:p>
          <a:p>
            <a:pPr marL="0" indent="0">
              <a:buNone/>
            </a:pPr>
            <a:r>
              <a:rPr lang="en-IN" sz="1200" dirty="0"/>
              <a:t>   - Finding: City Hotels have higher Daily rate as compared to resort hotels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000000-0008-0000-0B00-000002000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1914238"/>
              </p:ext>
            </p:extLst>
          </p:nvPr>
        </p:nvGraphicFramePr>
        <p:xfrm>
          <a:off x="749870" y="1424798"/>
          <a:ext cx="10106608" cy="3956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7642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E48C-F28A-36F4-F3CB-1A0E43A63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595" y="31847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RECOMMENDATIONS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0000000-0008-0000-0E00-00000300000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3595" y="2156910"/>
            <a:ext cx="10515600" cy="3567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IN" sz="1600" b="1" dirty="0">
                <a:solidFill>
                  <a:schemeClr val="tx1"/>
                </a:solidFill>
                <a:latin typeface="Lucida Fax" pitchFamily="18" charset="0"/>
              </a:rPr>
              <a:t>1. Based on cancellations -</a:t>
            </a:r>
            <a:r>
              <a:rPr lang="en-IN" sz="1600" dirty="0">
                <a:solidFill>
                  <a:schemeClr val="tx1"/>
                </a:solidFill>
                <a:latin typeface="Lucida Fax" pitchFamily="18" charset="0"/>
              </a:rPr>
              <a:t> Can replace full refund within 24 hours cancellation to 48 hours to reduce cancellations.</a:t>
            </a:r>
          </a:p>
          <a:p>
            <a:pPr>
              <a:buNone/>
            </a:pPr>
            <a:endParaRPr lang="en-IN" sz="1600" dirty="0">
              <a:solidFill>
                <a:schemeClr val="tx1"/>
              </a:solidFill>
              <a:latin typeface="Lucida Fax" pitchFamily="18" charset="0"/>
            </a:endParaRPr>
          </a:p>
          <a:p>
            <a:pPr>
              <a:buNone/>
            </a:pPr>
            <a:r>
              <a:rPr lang="en-IN" sz="1600" b="1" dirty="0">
                <a:solidFill>
                  <a:schemeClr val="tx1"/>
                </a:solidFill>
                <a:latin typeface="Lucida Fax" pitchFamily="18" charset="0"/>
              </a:rPr>
              <a:t>2. Based on ADR -</a:t>
            </a:r>
            <a:r>
              <a:rPr lang="en-IN" sz="1600" dirty="0">
                <a:solidFill>
                  <a:schemeClr val="tx1"/>
                </a:solidFill>
                <a:latin typeface="Lucida Fax" pitchFamily="18" charset="0"/>
              </a:rPr>
              <a:t> Can adopt bucket pricing approach to cross-sell other optional services like Spa, Sauna, Parlour, Bar coupons to increase average revenue per booking.</a:t>
            </a:r>
          </a:p>
          <a:p>
            <a:pPr>
              <a:buNone/>
            </a:pPr>
            <a:endParaRPr lang="en-IN" sz="1600" dirty="0">
              <a:solidFill>
                <a:schemeClr val="tx1"/>
              </a:solidFill>
              <a:latin typeface="Lucida Fax" pitchFamily="18" charset="0"/>
            </a:endParaRPr>
          </a:p>
          <a:p>
            <a:pPr>
              <a:buNone/>
            </a:pPr>
            <a:r>
              <a:rPr lang="en-IN" sz="1600" b="1" dirty="0">
                <a:solidFill>
                  <a:schemeClr val="tx1"/>
                </a:solidFill>
                <a:latin typeface="Lucida Fax" pitchFamily="18" charset="0"/>
              </a:rPr>
              <a:t>3. Based on markets -</a:t>
            </a:r>
            <a:r>
              <a:rPr lang="en-IN" sz="1600" dirty="0">
                <a:solidFill>
                  <a:schemeClr val="tx1"/>
                </a:solidFill>
                <a:latin typeface="Lucida Fax" pitchFamily="18" charset="0"/>
              </a:rPr>
              <a:t> Need to identify the reason for the concentration of revenue and focus on strengths and weakness to expand and increase efficiency.</a:t>
            </a:r>
          </a:p>
          <a:p>
            <a:pPr>
              <a:buNone/>
            </a:pPr>
            <a:endParaRPr lang="en-IN" sz="1600" dirty="0">
              <a:solidFill>
                <a:schemeClr val="tx1"/>
              </a:solidFill>
              <a:latin typeface="Lucida Fax" pitchFamily="18" charset="0"/>
            </a:endParaRPr>
          </a:p>
          <a:p>
            <a:pPr>
              <a:buNone/>
            </a:pPr>
            <a:r>
              <a:rPr lang="en-IN" sz="1600" b="1" dirty="0">
                <a:solidFill>
                  <a:schemeClr val="tx1"/>
                </a:solidFill>
                <a:latin typeface="Lucida Fax" pitchFamily="18" charset="0"/>
              </a:rPr>
              <a:t>4. Based on seasonality -</a:t>
            </a:r>
            <a:r>
              <a:rPr lang="en-IN" sz="1600" dirty="0">
                <a:solidFill>
                  <a:schemeClr val="tx1"/>
                </a:solidFill>
                <a:latin typeface="Lucida Fax" pitchFamily="18" charset="0"/>
              </a:rPr>
              <a:t> Must focus on different market segments to fill the gap in low season. For example, targeting corporate travellers in low season period when events and exhibitions happen instead of tourists.</a:t>
            </a:r>
          </a:p>
        </p:txBody>
      </p:sp>
    </p:spTree>
    <p:extLst>
      <p:ext uri="{BB962C8B-B14F-4D97-AF65-F5344CB8AC3E}">
        <p14:creationId xmlns:p14="http://schemas.microsoft.com/office/powerpoint/2010/main" val="2847475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7E615B-7EE2-8EA2-D149-0A2E194E11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3" y="69716"/>
            <a:ext cx="1604867" cy="15595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138DCD-0BE1-054D-345B-6022FF7D8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547" y="2519265"/>
            <a:ext cx="7176795" cy="1460240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latin typeface="Cambria" panose="02040503050406030204" pitchFamily="18" charset="0"/>
                <a:ea typeface="Cambria" panose="02040503050406030204" pitchFamily="18" charset="0"/>
              </a:rPr>
              <a:t>Thank you for watching</a:t>
            </a:r>
          </a:p>
        </p:txBody>
      </p:sp>
    </p:spTree>
    <p:extLst>
      <p:ext uri="{BB962C8B-B14F-4D97-AF65-F5344CB8AC3E}">
        <p14:creationId xmlns:p14="http://schemas.microsoft.com/office/powerpoint/2010/main" val="1228199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C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325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Lucida Fax</vt:lpstr>
      <vt:lpstr>Office Theme</vt:lpstr>
      <vt:lpstr>HOTEL BOOKING ANALYSIS</vt:lpstr>
      <vt:lpstr>PowerPoint Presentation</vt:lpstr>
      <vt:lpstr>PowerPoint Presentation</vt:lpstr>
      <vt:lpstr>PowerPoint Presentation</vt:lpstr>
      <vt:lpstr>REVENUE ANALYSIS </vt:lpstr>
      <vt:lpstr>RECOMMENDATIONS</vt:lpstr>
      <vt:lpstr>Thank you for watching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Plant Rooms</dc:creator>
  <cp:lastModifiedBy>Plant Rooms</cp:lastModifiedBy>
  <cp:revision>1</cp:revision>
  <dcterms:created xsi:type="dcterms:W3CDTF">2026-02-16T16:14:12Z</dcterms:created>
  <dcterms:modified xsi:type="dcterms:W3CDTF">2026-02-16T18:12:02Z</dcterms:modified>
</cp:coreProperties>
</file>